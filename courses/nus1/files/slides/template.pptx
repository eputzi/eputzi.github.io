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eine grosse Formel, einen Rechenweg oder eine Lösung. Nicht mit Text vollpacken.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Standard-Aufgabenfolie: links Aufgabe, rechts kurze Arbeitsanweisung. Lösung später oder live in GoodNotes.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Nur zwischen grösseren Blöcken verwenden, nicht ständig.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Optional: QR-Code oder kurzer Link zum Fragen-Tool.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Interne Stilfolie. Vor dem Präsentieren löschen.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46120"/>
            <a:ext cx="1175002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2100" b="1" dirty="0">
                <a:solidFill>
                  <a:srgbClr val="737373"/>
                </a:solidFill>
                <a:latin typeface="Aptos"/>
              </a:rPr>
              <a:t> </a:t>
            </a:r>
            <a:r>
              <a:rPr lang="de-CH" sz="2100" b="1" dirty="0">
                <a:solidFill>
                  <a:srgbClr val="737373"/>
                </a:solidFill>
                <a:latin typeface="Aptos"/>
              </a:rPr>
              <a:t>XX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64008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00" b="0" dirty="0">
                <a:solidFill>
                  <a:srgbClr val="737373"/>
                </a:solidFill>
                <a:latin typeface="Aptos"/>
              </a:rPr>
              <a:t>[Thema der </a:t>
            </a:r>
            <a:r>
              <a:rPr sz="1700" b="0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1700" b="0" dirty="0">
                <a:solidFill>
                  <a:srgbClr val="737373"/>
                </a:solidFill>
                <a:latin typeface="Aptos"/>
              </a:rPr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C2376DB-FD73-E522-DD12-8C3D47FFD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435" y="236574"/>
            <a:ext cx="2689505" cy="2689505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568BB238-676F-2AD1-5311-843CEFE0748F}"/>
              </a:ext>
            </a:extLst>
          </p:cNvPr>
          <p:cNvSpPr txBox="1"/>
          <p:nvPr/>
        </p:nvSpPr>
        <p:spPr>
          <a:xfrm>
            <a:off x="10171249" y="2926079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A10E91CE-7B15-F9A8-AE20-F447081B8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435" y="3246120"/>
            <a:ext cx="2689505" cy="2689505"/>
          </a:xfrm>
          <a:prstGeom prst="rect">
            <a:avLst/>
          </a:prstGeom>
        </p:spPr>
      </p:pic>
      <p:sp>
        <p:nvSpPr>
          <p:cNvPr id="19" name="TextBox 7">
            <a:extLst>
              <a:ext uri="{FF2B5EF4-FFF2-40B4-BE49-F238E27FC236}">
                <a16:creationId xmlns:a16="http://schemas.microsoft.com/office/drawing/2014/main" id="{D71EEF3B-ED6D-524B-767C-8CC0B281E789}"/>
              </a:ext>
            </a:extLst>
          </p:cNvPr>
          <p:cNvSpPr txBox="1"/>
          <p:nvPr/>
        </p:nvSpPr>
        <p:spPr>
          <a:xfrm>
            <a:off x="10249795" y="5850986"/>
            <a:ext cx="416781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Fragen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KONZEPT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[1 Satz Kontext]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  <a:endParaRPr lang="de-CH" sz="85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3931920" cy="2286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171717"/>
                </a:solidFill>
                <a:latin typeface="Aptos"/>
              </a:rPr>
              <a:t>•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36576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37373"/>
                </a:solidFill>
                <a:latin typeface="Aptos"/>
              </a:rPr>
              <a:t>→ nur das, was auf die Übung einzahlt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627632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BILD / SCHALTUNG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[optional: 1 kurzer Satz]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6518" y="6492240"/>
            <a:ext cx="556242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</a:t>
            </a:r>
            <a:endParaRPr lang="de-CH" sz="850" b="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67328"/>
            <a:ext cx="1042416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737373"/>
                </a:solidFill>
                <a:latin typeface="Aptos"/>
              </a:rPr>
              <a:t>[Grosses Bild / Schaltung / Diagramm / Aufgabe]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042416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042416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RECHNUNG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dirty="0">
                <a:solidFill>
                  <a:srgbClr val="737373"/>
                </a:solidFill>
                <a:latin typeface="Aptos"/>
              </a:rPr>
              <a:t>[optional: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kurzer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Kontext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6518" y="6492240"/>
            <a:ext cx="556242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332720" cy="1051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900" b="1">
                <a:solidFill>
                  <a:srgbClr val="171717"/>
                </a:solidFill>
                <a:latin typeface="Aptos"/>
              </a:rPr>
              <a:t>[Formel / Rechnung / Lösungsweg]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15968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737373"/>
                </a:solidFill>
                <a:latin typeface="Aptos"/>
              </a:rPr>
              <a:t>Zwischenschritte / kurze Hinweise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AUFGABE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Aufgabe [X]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Erst kurz selbst probieren.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6518" y="6492240"/>
            <a:ext cx="556242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31720"/>
            <a:ext cx="731520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66751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71717"/>
                </a:solidFill>
                <a:latin typeface="Aptos"/>
              </a:rPr>
              <a:t>[Aufgabenstellung]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6400800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737373"/>
                </a:solidFill>
                <a:latin typeface="Aptos"/>
              </a:rPr>
              <a:t>Gegeben:  [Werte]
Gesucht:  [Grösse]
Hinweis:  [optional]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2331720"/>
            <a:ext cx="3383280" cy="3611880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926080"/>
            <a:ext cx="265176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71717"/>
                </a:solidFill>
                <a:latin typeface="Aptos"/>
              </a:rPr>
              <a:t>3–5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703320"/>
            <a:ext cx="2468880" cy="1417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737373"/>
                </a:solidFill>
                <a:latin typeface="Aptos"/>
              </a:rPr>
              <a:t>Selbst versuchen.
1. Skizze
2. Ansatz
3. 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658368"/>
            <a:ext cx="868680" cy="292608"/>
          </a:xfrm>
          <a:prstGeom prst="roundRect">
            <a:avLst/>
          </a:prstGeom>
          <a:solidFill>
            <a:srgbClr val="2D2D2D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86868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D2D2D2"/>
                </a:solidFill>
                <a:latin typeface="Aptos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7498079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100" b="1">
                <a:solidFill>
                  <a:srgbClr val="FFFFFF"/>
                </a:solidFill>
                <a:latin typeface="Aptos"/>
              </a:rPr>
              <a:t>[Neuer Abschnitt]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77724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CDCDCD"/>
                </a:solidFill>
                <a:latin typeface="Aptos"/>
              </a:rPr>
              <a:t>[z. B. Aufgabe 2 · Wechselstromrechnung]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5440680"/>
            <a:ext cx="64008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300" b="1">
                <a:solidFill>
                  <a:srgbClr val="CDCDCD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AM 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Drei Dinge, die heute sitzen sollten.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1]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2]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171717"/>
                </a:solidFill>
                <a:latin typeface="Aptos"/>
              </a:rPr>
              <a:t>Fragen?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3212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37373"/>
                </a:solidFill>
                <a:latin typeface="Aptos"/>
              </a:rPr>
              <a:t>[QR / Link zum Fragen-Tool]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02920"/>
            <a:ext cx="1828800" cy="292608"/>
          </a:xfrm>
          <a:prstGeom prst="roundRect">
            <a:avLst/>
          </a:prstGeom>
          <a:solidFill>
            <a:srgbClr val="171717"/>
          </a:solidFill>
          <a:ln w="1016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82880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MASTER · NICHT PRÄSENTIEREN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64008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Dein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737360"/>
            <a:ext cx="804672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Nicht jede Folie neu erfinden. 80 % der Zeit nur Inhalte ersetzen.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395728"/>
            <a:ext cx="534924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679192"/>
            <a:ext cx="9144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71717"/>
                </a:solidFill>
                <a:latin typeface="Aptos"/>
              </a:rPr>
              <a:t>Regel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154680"/>
            <a:ext cx="4526280" cy="12344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71717"/>
                </a:solidFill>
                <a:latin typeface="Aptos"/>
              </a:rPr>
              <a:t>1. Eine klare Struktur
2. Links Text, rechts Visual
3. Grosse Schaltungen / Fotos
4. Wenig Text
5. GoodNotes = live erklären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2395728"/>
            <a:ext cx="5422392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19088" y="2679192"/>
            <a:ext cx="13716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71717"/>
                </a:solidFill>
                <a:latin typeface="Aptos"/>
              </a:rPr>
              <a:t>Dateinamen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3154680"/>
            <a:ext cx="4480560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71717"/>
                </a:solidFill>
                <a:latin typeface="Aptos"/>
              </a:rPr>
              <a:t>NUS1_W01_Uebung.pptx
NUS1_W01_Slides.pdf
NUS1_W01_Slides_Notes.pdf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66360"/>
            <a:ext cx="105156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71717"/>
                </a:solidFill>
                <a:latin typeface="Aptos"/>
              </a:rPr>
              <a:t>Die Folien sollen vorbereiten — nicht die ganze Übung für dich sprechen.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457</Words>
  <Application>Microsoft Office PowerPoint</Application>
  <PresentationFormat>Breitbild</PresentationFormat>
  <Paragraphs>74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NUS1 TA – Simple PowerPoint Template – Enrico Putzi</dc:title>
  <dc:subject/>
  <dc:creator>Enrico Putzi</dc:creator>
  <cp:keywords/>
  <dc:description>generated using python-pptx</dc:description>
  <cp:lastModifiedBy>Putzi  Enrico</cp:lastModifiedBy>
  <cp:revision>4</cp:revision>
  <dcterms:created xsi:type="dcterms:W3CDTF">2013-01-27T09:14:16Z</dcterms:created>
  <dcterms:modified xsi:type="dcterms:W3CDTF">2026-09-14T07:34:52Z</dcterms:modified>
  <cp:category/>
</cp:coreProperties>
</file>