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Schaltungen, Aufgaben, Diagramme oder Fotos. Viel Fläche lassen und in GoodNotes direkt darüber schreiben.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Für eine grosse Formel, einen Rechenweg oder eine Lösung. Nicht mit Text vollpacken.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Standard-Aufgabenfolie: links Aufgabe, rechts kurze Arbeitsanweisung. Lösung später oder live in GoodNotes.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Nur zwischen grösseren Blöcken verwenden, nicht ständig.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Optional: QR-Code oder kurzer Link zum Fragen-Tool.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82D-82A2-4E03-A07D-65CA8B5F8742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14FE1-0FA3-48D7-8958-994BF4919AE6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AEC3-33C5-4096-928C-E105753C3DA5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7A475-4367-4D6E-AD87-3B1FF46691DF}" type="datetime1">
              <a:rPr lang="de-CH" smtClean="0"/>
              <a:t>14.10.2026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1D07-040C-403D-A621-294731A1A73C}" type="datetime1">
              <a:rPr lang="de-CH" smtClean="0"/>
              <a:t>14.10.2026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4239-FBF7-458E-B3A9-617203C3EFDE}" type="datetime1">
              <a:rPr lang="de-CH" smtClean="0"/>
              <a:t>14.10.2026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0B40-5609-4D0C-9667-2862A3AF6E35}" type="datetime1">
              <a:rPr lang="de-CH" smtClean="0"/>
              <a:t>14.10.2026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A5C9-989E-4915-90A3-748149489DA8}" type="datetime1">
              <a:rPr lang="de-CH" smtClean="0"/>
              <a:t>14.10.2026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FC3CA-46A9-4BDD-9F7F-F76319CF56C8}" type="datetime1">
              <a:rPr lang="de-CH" smtClean="0"/>
              <a:t>14.10.2026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7C623-2BE6-40DF-A481-1E3E5DAF3BB1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D4E0-9B7E-4417-AEAD-59A9C21D2514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76107-2327-4742-820B-1886FFEE5E55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9042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Enrico Putzi WXX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9673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55264"/>
            <a:ext cx="117500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2100" b="1" dirty="0">
                <a:solidFill>
                  <a:srgbClr val="737373"/>
                </a:solidFill>
                <a:latin typeface="Aptos"/>
              </a:rPr>
              <a:t> </a:t>
            </a:r>
            <a:r>
              <a:rPr lang="de-CH" sz="2100" b="1" dirty="0">
                <a:solidFill>
                  <a:srgbClr val="737373"/>
                </a:solidFill>
                <a:latin typeface="Aptos"/>
              </a:rPr>
              <a:t>XX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64008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 dirty="0">
                <a:solidFill>
                  <a:srgbClr val="737373"/>
                </a:solidFill>
                <a:latin typeface="Aptos"/>
              </a:rPr>
              <a:t>[Thema der </a:t>
            </a:r>
            <a:r>
              <a:rPr sz="1700" b="0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1700" b="0" dirty="0">
                <a:solidFill>
                  <a:srgbClr val="737373"/>
                </a:solidFill>
                <a:latin typeface="Aptos"/>
              </a:rPr>
              <a:t>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C2376DB-FD73-E522-DD12-8C3D47FF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568BB238-676F-2AD1-5311-843CEFE0748F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E91CE-7B15-F9A8-AE20-F447081B8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D71EEF3B-ED6D-524B-767C-8CC0B281E789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969264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KONZEPT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[Titel]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737373"/>
                </a:solidFill>
                <a:latin typeface="Aptos"/>
              </a:rPr>
              <a:t>[1 Satz Kontext]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2648225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dirty="0" err="1">
                <a:solidFill>
                  <a:srgbClr val="171717"/>
                </a:solidFill>
                <a:latin typeface="Aptos"/>
              </a:rPr>
              <a:t>Punkt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 / </a:t>
            </a:r>
            <a:r>
              <a:rPr sz="2000" b="0" dirty="0" err="1">
                <a:solidFill>
                  <a:srgbClr val="171717"/>
                </a:solidFill>
                <a:latin typeface="Aptos"/>
              </a:rPr>
              <a:t>Kernaussage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 </a:t>
            </a:r>
            <a:r>
              <a:rPr sz="2000" b="0" dirty="0" err="1">
                <a:solidFill>
                  <a:srgbClr val="171717"/>
                </a:solidFill>
                <a:latin typeface="Aptos"/>
              </a:rPr>
              <a:t>Punkt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 / </a:t>
            </a:r>
            <a:r>
              <a:rPr sz="2000" b="0" dirty="0" err="1">
                <a:solidFill>
                  <a:srgbClr val="171717"/>
                </a:solidFill>
                <a:latin typeface="Aptos"/>
              </a:rPr>
              <a:t>Kernaussage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</a:t>
            </a:r>
            <a:r>
              <a:rPr sz="2000" b="0" dirty="0" err="1">
                <a:solidFill>
                  <a:srgbClr val="171717"/>
                </a:solidFill>
                <a:latin typeface="Aptos"/>
              </a:rPr>
              <a:t>Punkt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 / </a:t>
            </a:r>
            <a:r>
              <a:rPr sz="2000" b="0" dirty="0" err="1">
                <a:solidFill>
                  <a:srgbClr val="171717"/>
                </a:solidFill>
                <a:latin typeface="Aptos"/>
              </a:rPr>
              <a:t>Kernaussage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A1345AC-CE9B-7FE2-5382-D92AEFB1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2E3E8-6F8A-4A2D-87B8-002A9DB830F0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890F6DA-FF1C-B12F-C9A4-D27FAC23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0071AF8-AC7C-5E34-152B-776853FD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1627632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1627632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BILD / SCHALTUNG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[Titel]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737373"/>
                </a:solidFill>
                <a:latin typeface="Aptos"/>
              </a:rPr>
              <a:t>[optional: 1 kurzer Satz]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67328"/>
            <a:ext cx="104241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737373"/>
                </a:solidFill>
                <a:latin typeface="Aptos"/>
              </a:rPr>
              <a:t>[Grosses Bild / Schaltung / Diagramm / Aufgabe]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5EF46576-0B1E-9847-8766-0E9569B3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0BA-CE70-4E4C-B484-B26569D677F9}" type="datetime1">
              <a:rPr lang="de-CH" smtClean="0"/>
              <a:t>14.10.2026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A7E31E1-BB78-4CD2-657F-DF3133F6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7A63EF0B-ADFA-2644-5D9C-48A50080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1042416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1042416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RECHNUNG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[Titel]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dirty="0">
                <a:solidFill>
                  <a:srgbClr val="737373"/>
                </a:solidFill>
                <a:latin typeface="Aptos"/>
              </a:rPr>
              <a:t>[optional: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kurzer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Kontext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332720" cy="1051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900" b="1">
                <a:solidFill>
                  <a:srgbClr val="171717"/>
                </a:solidFill>
                <a:latin typeface="Aptos"/>
              </a:rPr>
              <a:t>[Formel / Rechnung / Lösungsweg]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15968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737373"/>
                </a:solidFill>
                <a:latin typeface="Aptos"/>
              </a:rPr>
              <a:t>Zwischenschritte / kurze Hinweise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664F4938-3C90-8550-ECBE-BC5D8AC4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7AC6-7431-48B9-BAC6-F1C873F640C5}" type="datetime1">
              <a:rPr lang="de-CH" smtClean="0"/>
              <a:t>14.10.2026</a:t>
            </a:fld>
            <a:endParaRPr lang="en-US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A457ED8-9A9A-4423-A481-F578F588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79ADE14-5D9B-FFFF-E4FB-16800570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969264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AUFGABE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Aufgabe [X]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737373"/>
                </a:solidFill>
                <a:latin typeface="Aptos"/>
              </a:rPr>
              <a:t>Erst kurz selbst probieren.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731520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667512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71717"/>
                </a:solidFill>
                <a:latin typeface="Aptos"/>
              </a:rPr>
              <a:t>[Aufgabenstellung]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6400800" cy="1051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37373"/>
                </a:solidFill>
                <a:latin typeface="Aptos"/>
              </a:rPr>
              <a:t>Gegeben:  [Werte]
Gesucht:  [Grösse]
Hinweis:  [optional]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331720"/>
            <a:ext cx="3383280" cy="3611880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926080"/>
            <a:ext cx="26517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71717"/>
                </a:solidFill>
                <a:latin typeface="Aptos"/>
              </a:rPr>
              <a:t>3–5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703320"/>
            <a:ext cx="246888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37373"/>
                </a:solidFill>
                <a:latin typeface="Aptos"/>
              </a:rPr>
              <a:t>Selbst versuchen.
1. Skizze
2. Ansatz
3. Rechnung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A42D52E1-1011-2540-D819-26D72311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66390-A5DB-4C85-BAE8-E7F62705DCE4}" type="datetime1">
              <a:rPr lang="de-CH" smtClean="0"/>
              <a:t>14.10.2026</a:t>
            </a:fld>
            <a:endParaRPr lang="en-US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33F2923F-ABDB-8D93-100E-27C814AE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B191FEE5-5EB2-039A-5CE6-9480BE1C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658368"/>
            <a:ext cx="868680" cy="292608"/>
          </a:xfrm>
          <a:prstGeom prst="roundRect">
            <a:avLst/>
          </a:prstGeom>
          <a:solidFill>
            <a:srgbClr val="2D2D2D"/>
          </a:solidFill>
          <a:ln w="101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868680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D2D2D2"/>
                </a:solidFill>
                <a:latin typeface="Aptos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7498079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100" b="1">
                <a:solidFill>
                  <a:srgbClr val="FFFFFF"/>
                </a:solidFill>
                <a:latin typeface="Aptos"/>
              </a:rPr>
              <a:t>[Neuer Abschnitt]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77724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CDCDCD"/>
                </a:solidFill>
                <a:latin typeface="Aptos"/>
              </a:rPr>
              <a:t>[z. B. Aufgabe 2 · Wechselstromrechnung]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5440680"/>
            <a:ext cx="6400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300" b="1">
                <a:solidFill>
                  <a:srgbClr val="CDCDCD"/>
                </a:solidFill>
                <a:latin typeface="Aptos"/>
              </a:rPr>
              <a:t>01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ED5334C9-D28A-C6F1-D6D2-0FE51C8B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9357-3FFB-49C6-A63A-1C2EF11BA49D}" type="datetime1">
              <a:rPr lang="de-CH" smtClean="0"/>
              <a:t>14.10.2026</a:t>
            </a:fld>
            <a:endParaRPr lang="en-US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A87F5C8-12C4-0DF4-5342-4CCD548E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C5D481D-CDF3-EB78-7DB6-78DB43777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969264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AM 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737373"/>
                </a:solidFill>
                <a:latin typeface="Aptos"/>
              </a:rPr>
              <a:t>Drei Dinge, die heute sitzen sollten.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278892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1717"/>
                </a:solidFill>
                <a:latin typeface="Aptos"/>
              </a:rPr>
              <a:t>[Kernaussage 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278892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1717"/>
                </a:solidFill>
                <a:latin typeface="Aptos"/>
              </a:rPr>
              <a:t>[Kernaussage 2]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278892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71717"/>
                </a:solidFill>
                <a:latin typeface="Aptos"/>
              </a:rPr>
              <a:t>[Kernaussage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Aptos"/>
              </a:rPr>
              <a:t>Fragen?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737373"/>
                </a:solidFill>
                <a:latin typeface="Aptos"/>
              </a:rPr>
              <a:t>[QR / Link zum Fragen-Tool]</a:t>
            </a:r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2EA94921-0C4B-A8A0-74D0-1080596E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E9A6E-507F-46C1-9F12-1A6D72FBF908}" type="datetime1">
              <a:rPr lang="de-CH" smtClean="0"/>
              <a:t>14.10.2026</a:t>
            </a:fld>
            <a:endParaRPr lang="en-US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9438F619-6A04-AD9B-6C65-51AEB489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WXX</a:t>
            </a:r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6A495C1E-4949-515F-CE44-BD0B40A2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Office PowerPoint</Application>
  <PresentationFormat>Breitbild</PresentationFormat>
  <Paragraphs>67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WXX</dc:title>
  <dc:subject/>
  <dc:creator>Enrico Putzi</dc:creator>
  <cp:keywords/>
  <dc:description>generated using python-pptx</dc:description>
  <cp:lastModifiedBy>Putzi  Enrico</cp:lastModifiedBy>
  <cp:revision>7</cp:revision>
  <dcterms:created xsi:type="dcterms:W3CDTF">2013-01-27T09:14:16Z</dcterms:created>
  <dcterms:modified xsi:type="dcterms:W3CDTF">2026-10-14T12:05:01Z</dcterms:modified>
  <cp:category/>
</cp:coreProperties>
</file>