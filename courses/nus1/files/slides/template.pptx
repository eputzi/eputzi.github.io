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192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Pro Woche nur Übungsnummer, Thema und ggf. Website-Link ändern.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wichtigste Standardfolie: links 2–5 Stichpunkte, rechts ein grosses Bild, eine Schaltung, ein Screenshot oder eine Skizze. Wenn kein Visual nötig ist, die rechte Fläche für eine grosse Formel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Schaltungen, Aufgaben, Diagramme oder Fotos. Viel Fläche lassen und in GoodNotes direkt darüber 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Für eine grosse Formel, einen Rechenweg oder eine Lösung. Nicht mit Text vollpacken.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Standard-Aufgabenfolie: links Aufgabe, rechts kurze Arbeitsanweisung. Lösung später oder live in GoodNotes.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Nur zwischen grösseren Blöcken verwenden, nicht ständig.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Optional: QR-Code oder kurzer Link zum Fragen-Tool.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Interne Stilfolie. Vor dem Präsentieren löschen.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30352"/>
            <a:ext cx="2514600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86171" y="597537"/>
            <a:ext cx="730969" cy="13080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 dirty="0">
                <a:solidFill>
                  <a:srgbClr val="737373"/>
                </a:solidFill>
                <a:latin typeface="Aptos"/>
              </a:rPr>
              <a:t>ENRICO PUTZI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1508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300" b="1" dirty="0" err="1">
                <a:solidFill>
                  <a:srgbClr val="171717"/>
                </a:solidFill>
                <a:latin typeface="Aptos"/>
              </a:rPr>
              <a:t>Netzwerke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
und </a:t>
            </a:r>
            <a:r>
              <a:rPr sz="4300" b="1" dirty="0" err="1">
                <a:solidFill>
                  <a:srgbClr val="171717"/>
                </a:solidFill>
                <a:latin typeface="Aptos"/>
              </a:rPr>
              <a:t>Schaltungen</a:t>
            </a:r>
            <a:r>
              <a:rPr sz="4300" b="1" dirty="0">
                <a:solidFill>
                  <a:srgbClr val="171717"/>
                </a:solidFill>
                <a:latin typeface="Aptos"/>
              </a:rPr>
              <a:t>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246120"/>
            <a:ext cx="1175002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2100" b="1" dirty="0">
                <a:solidFill>
                  <a:srgbClr val="737373"/>
                </a:solidFill>
                <a:latin typeface="Aptos"/>
              </a:rPr>
              <a:t> </a:t>
            </a:r>
            <a:r>
              <a:rPr lang="de-CH" sz="2100" b="1" dirty="0">
                <a:solidFill>
                  <a:srgbClr val="737373"/>
                </a:solidFill>
                <a:latin typeface="Aptos"/>
              </a:rPr>
              <a:t>XX</a:t>
            </a:r>
            <a:endParaRPr sz="2100" b="1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2648" y="3712463"/>
            <a:ext cx="64008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0" dirty="0">
                <a:solidFill>
                  <a:srgbClr val="737373"/>
                </a:solidFill>
                <a:latin typeface="Aptos"/>
              </a:rPr>
              <a:t>[Thema der </a:t>
            </a:r>
            <a:r>
              <a:rPr sz="1700" b="0" dirty="0" err="1">
                <a:solidFill>
                  <a:srgbClr val="737373"/>
                </a:solidFill>
                <a:latin typeface="Aptos"/>
              </a:rPr>
              <a:t>Übung</a:t>
            </a:r>
            <a:r>
              <a:rPr sz="170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21792" y="4498848"/>
            <a:ext cx="2121408" cy="0"/>
          </a:xfrm>
          <a:prstGeom prst="line">
            <a:avLst/>
          </a:prstGeom>
          <a:ln w="254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4736592"/>
            <a:ext cx="298158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https://eputzi.github.io/courses/nus1/index.html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81360" y="5989320"/>
            <a:ext cx="6858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737373"/>
                </a:solidFill>
                <a:latin typeface="Aptos"/>
              </a:rPr>
              <a:t>NUS1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D1A7063-BF8F-D128-C379-07FCFED4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271310"/>
            <a:ext cx="3136392" cy="3136392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F78FDD6A-A394-1FCD-8583-FB60743A0344}"/>
              </a:ext>
            </a:extLst>
          </p:cNvPr>
          <p:cNvSpPr txBox="1"/>
          <p:nvPr/>
        </p:nvSpPr>
        <p:spPr>
          <a:xfrm>
            <a:off x="9712026" y="3447138"/>
            <a:ext cx="573875" cy="1692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de-CH" sz="1100" dirty="0">
                <a:solidFill>
                  <a:srgbClr val="737373"/>
                </a:solidFill>
                <a:latin typeface="Aptos"/>
              </a:rPr>
              <a:t>Webseite</a:t>
            </a:r>
            <a:endParaRPr sz="1100" b="0" dirty="0">
              <a:solidFill>
                <a:srgbClr val="73737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KONZEPT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[1 Satz Kontext]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492240"/>
            <a:ext cx="20574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37373"/>
                </a:solidFill>
                <a:latin typeface="Aptos"/>
              </a:rPr>
              <a:t>Enrico Putzi ·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3931920" cy="2286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71717"/>
                </a:solidFill>
                <a:latin typeface="Aptos"/>
              </a:rPr>
              <a:t>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
•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Punkt</a:t>
            </a:r>
            <a:r>
              <a:rPr sz="2000" b="0" dirty="0">
                <a:solidFill>
                  <a:srgbClr val="171717"/>
                </a:solidFill>
                <a:latin typeface="Aptos"/>
              </a:rPr>
              <a:t> / </a:t>
            </a:r>
            <a:r>
              <a:rPr sz="2000" b="0" dirty="0" err="1">
                <a:solidFill>
                  <a:srgbClr val="171717"/>
                </a:solidFill>
                <a:latin typeface="Aptos"/>
              </a:rPr>
              <a:t>Kernaussage</a:t>
            </a:r>
            <a:endParaRPr sz="2000" b="0" dirty="0">
              <a:solidFill>
                <a:srgbClr val="17171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3657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→ nur das, was auf die Übung einzahlt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627632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627632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BILD / SCHALTUNG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[optional: 1 kurzer Satz]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492240"/>
            <a:ext cx="20574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37373"/>
                </a:solidFill>
                <a:latin typeface="Aptos"/>
              </a:rPr>
              <a:t>Enrico Putzi ·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67328"/>
            <a:ext cx="1042416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737373"/>
                </a:solidFill>
                <a:latin typeface="Aptos"/>
              </a:rPr>
              <a:t>[Grosses Bild / Schaltung / Diagramm / Aufgabe]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1042416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1042416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RECHNUNG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[Titel]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dirty="0">
                <a:solidFill>
                  <a:srgbClr val="737373"/>
                </a:solidFill>
                <a:latin typeface="Aptos"/>
              </a:rPr>
              <a:t>[optional: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kurzer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737373"/>
                </a:solidFill>
                <a:latin typeface="Aptos"/>
              </a:rPr>
              <a:t>Kontext</a:t>
            </a:r>
            <a:r>
              <a:rPr sz="1350" b="0" dirty="0">
                <a:solidFill>
                  <a:srgbClr val="737373"/>
                </a:solidFill>
                <a:latin typeface="Aptos"/>
              </a:rPr>
              <a:t>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492240"/>
            <a:ext cx="20574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37373"/>
                </a:solidFill>
                <a:latin typeface="Aptos"/>
              </a:rPr>
              <a:t>Enrico Putzi ·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0332720" cy="1051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900" b="1">
                <a:solidFill>
                  <a:srgbClr val="171717"/>
                </a:solidFill>
                <a:latin typeface="Aptos"/>
              </a:rPr>
              <a:t>[Formel / Rechnung / Lösungsweg]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15968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737373"/>
                </a:solidFill>
                <a:latin typeface="Aptos"/>
              </a:rPr>
              <a:t>Zwischenschritte / kurze Hinweise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AUFGABE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Aufgabe [X]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Erst kurz selbst probieren.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492240"/>
            <a:ext cx="20574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37373"/>
                </a:solidFill>
                <a:latin typeface="Aptos"/>
              </a:rPr>
              <a:t>Enrico Putzi ·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731520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66751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71717"/>
                </a:solidFill>
                <a:latin typeface="Aptos"/>
              </a:rPr>
              <a:t>[Aufgabenstellung]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640080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737373"/>
                </a:solidFill>
                <a:latin typeface="Aptos"/>
              </a:rPr>
              <a:t>Gegeben:  [Werte]
Gesucht:  [Grösse]
Hinweis:  [optional]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331720"/>
            <a:ext cx="3383280" cy="3611880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926080"/>
            <a:ext cx="265176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71717"/>
                </a:solidFill>
                <a:latin typeface="Aptos"/>
              </a:rPr>
              <a:t>3–5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703320"/>
            <a:ext cx="2468880" cy="1417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737373"/>
                </a:solidFill>
                <a:latin typeface="Aptos"/>
              </a:rPr>
              <a:t>Selbst versuchen.
1. Skizze
2. Ansatz
3. 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868680" cy="292608"/>
          </a:xfrm>
          <a:prstGeom prst="roundRect">
            <a:avLst/>
          </a:prstGeom>
          <a:solidFill>
            <a:srgbClr val="2D2D2D"/>
          </a:solidFill>
          <a:ln w="10160"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86868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2D2D2"/>
                </a:solidFill>
                <a:latin typeface="Aptos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7498079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Aptos"/>
              </a:rPr>
              <a:t>[Neuer Abschnitt]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77724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DCDCD"/>
                </a:solidFill>
                <a:latin typeface="Aptos"/>
              </a:rPr>
              <a:t>[z. B. Aufgabe 2 · Wechselstromrechnung]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5440680"/>
            <a:ext cx="64008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300" b="1">
                <a:solidFill>
                  <a:srgbClr val="CDCDC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475488"/>
            <a:ext cx="969264" cy="292608"/>
          </a:xfrm>
          <a:prstGeom prst="roundRect">
            <a:avLst/>
          </a:prstGeom>
          <a:solidFill>
            <a:srgbClr val="EEEEEA"/>
          </a:solidFill>
          <a:ln w="10160">
            <a:solidFill>
              <a:srgbClr val="EEE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84632"/>
            <a:ext cx="969264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37373"/>
                </a:solidFill>
                <a:latin typeface="Aptos"/>
              </a:rPr>
              <a:t>AM 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32688"/>
            <a:ext cx="105156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09344"/>
            <a:ext cx="969264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Drei Dinge, die heute sitzen sollten.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6446520"/>
            <a:ext cx="10972800" cy="0"/>
          </a:xfrm>
          <a:prstGeom prst="line">
            <a:avLst/>
          </a:prstGeom>
          <a:ln w="12700">
            <a:solidFill>
              <a:srgbClr val="E8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6492240"/>
            <a:ext cx="15544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737373"/>
                </a:solidFill>
                <a:latin typeface="Aptos"/>
              </a:rPr>
              <a:t>NUS1 · ÜBUNG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6492240"/>
            <a:ext cx="20574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737373"/>
                </a:solidFill>
                <a:latin typeface="Aptos"/>
              </a:rPr>
              <a:t>Enrico Putzi ·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737373"/>
                </a:solidFill>
                <a:latin typeface="Aptos"/>
              </a:rPr>
              <a:t>W01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23160"/>
            <a:ext cx="3401568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69748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3737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246120"/>
            <a:ext cx="2788920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71717"/>
                </a:solidFill>
                <a:latin typeface="Aptos"/>
              </a:rPr>
              <a:t>[Kernaussage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74920"/>
            <a:ext cx="18288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>
                <a:solidFill>
                  <a:srgbClr val="171717"/>
                </a:solidFill>
                <a:latin typeface="Aptos"/>
              </a:rPr>
              <a:t>Fragen?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37373"/>
                </a:solidFill>
                <a:latin typeface="Aptos"/>
              </a:rPr>
              <a:t>[QR / Link zum Fragen-Tool]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502920"/>
            <a:ext cx="1828800" cy="292608"/>
          </a:xfrm>
          <a:prstGeom prst="roundRect">
            <a:avLst/>
          </a:prstGeom>
          <a:solidFill>
            <a:srgbClr val="171717"/>
          </a:solidFill>
          <a:ln w="1016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828800" cy="246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MASTER · NICHT PRÄSENTIEREN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6400800" cy="594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100" b="1">
                <a:solidFill>
                  <a:srgbClr val="171717"/>
                </a:solidFill>
                <a:latin typeface="Aptos"/>
              </a:rPr>
              <a:t>Dein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737360"/>
            <a:ext cx="804672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737373"/>
                </a:solidFill>
                <a:latin typeface="Aptos"/>
              </a:rPr>
              <a:t>Nicht jede Folie neu erfinden. 80 % der Zeit nur Inhalte ersetzen.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395728"/>
            <a:ext cx="53492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9192"/>
            <a:ext cx="9144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Regel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154680"/>
            <a:ext cx="4526280" cy="12344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1. Eine klare Struktur
2. Links Text, rechts Visual
3. Grosse Schaltungen / Fotos
4. Wenig Text
5. GoodNotes = live erklären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2395728"/>
            <a:ext cx="5422392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2679192"/>
            <a:ext cx="137160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Dateinamen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154680"/>
            <a:ext cx="448056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71717"/>
                </a:solidFill>
                <a:latin typeface="Aptos"/>
              </a:rPr>
              <a:t>NUS1_W01_Uebung.pptx
NUS1_W01_Slides.pdf
NUS1_W01_Slides_Notes.pdf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60"/>
            <a:ext cx="1051560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71717"/>
                </a:solidFill>
                <a:latin typeface="Aptos"/>
              </a:rPr>
              <a:t>Die Folien sollen vorbereiten — nicht die ganze Übung für dich sprechen.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467</Words>
  <Application>Microsoft Office PowerPoint</Application>
  <PresentationFormat>Breitbild</PresentationFormat>
  <Paragraphs>74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NUS1 TA – Simple PowerPoint Template – Enrico Putzi</dc:title>
  <dc:subject/>
  <dc:creator>Enrico Putzi</dc:creator>
  <cp:keywords/>
  <dc:description>generated using python-pptx</dc:description>
  <cp:lastModifiedBy>Putzi  Enrico</cp:lastModifiedBy>
  <cp:revision>2</cp:revision>
  <dcterms:created xsi:type="dcterms:W3CDTF">2013-01-27T09:14:16Z</dcterms:created>
  <dcterms:modified xsi:type="dcterms:W3CDTF">2026-09-10T13:25:17Z</dcterms:modified>
  <cp:category/>
</cp:coreProperties>
</file>