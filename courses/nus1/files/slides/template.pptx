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1929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Cover. Pro Woche nur Übungsnummer, Thema und ggf. Website-Link ändern.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Für Schaltungen, Aufgaben, Diagramme oder Fotos. Viel Fläche lassen und in GoodNotes direkt darüber schreiben.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Für eine grosse Formel, einen Rechenweg oder eine Lösung. Nicht mit Text vollpacken.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Standard-Aufgabenfolie: links Aufgabe, rechts kurze Arbeitsanweisung. Lösung später oder live in GoodNotes.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Nur zwischen grösseren Blöcken verwenden, nicht ständig.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Optional: QR-Code oder kurzer Link zum Fragen-Tool.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Interne Stilfolie. Vor dem Präsentieren löschen.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1982D-82A2-4E03-A07D-65CA8B5F8742}" type="datetime1">
              <a:rPr lang="de-CH" smtClean="0"/>
              <a:t>30.09.2026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14FE1-0FA3-48D7-8958-994BF4919AE6}" type="datetime1">
              <a:rPr lang="de-CH" smtClean="0"/>
              <a:t>30.09.2026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93AEC3-33C5-4096-928C-E105753C3DA5}" type="datetime1">
              <a:rPr lang="de-CH" smtClean="0"/>
              <a:t>30.09.2026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67A475-4367-4D6E-AD87-3B1FF46691DF}" type="datetime1">
              <a:rPr lang="de-CH" smtClean="0"/>
              <a:t>30.09.2026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1D07-040C-403D-A621-294731A1A73C}" type="datetime1">
              <a:rPr lang="de-CH" smtClean="0"/>
              <a:t>30.09.2026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84239-FBF7-458E-B3A9-617203C3EFDE}" type="datetime1">
              <a:rPr lang="de-CH" smtClean="0"/>
              <a:t>30.09.2026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70B40-5609-4D0C-9667-2862A3AF6E35}" type="datetime1">
              <a:rPr lang="de-CH" smtClean="0"/>
              <a:t>30.09.2026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2A5C9-989E-4915-90A3-748149489DA8}" type="datetime1">
              <a:rPr lang="de-CH" smtClean="0"/>
              <a:t>30.09.2026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5FC3CA-46A9-4BDD-9F7F-F76319CF56C8}" type="datetime1">
              <a:rPr lang="de-CH" smtClean="0"/>
              <a:t>30.09.2026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7C623-2BE6-40DF-A481-1E3E5DAF3BB1}" type="datetime1">
              <a:rPr lang="de-CH" smtClean="0"/>
              <a:t>30.09.2026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7D4E0-9B7E-4417-AEAD-59A9C21D2514}" type="datetime1">
              <a:rPr lang="de-CH" smtClean="0"/>
              <a:t>30.09.2026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F76107-2327-4742-820B-1886FFEE5E55}" type="datetime1">
              <a:rPr lang="de-CH" smtClean="0"/>
              <a:t>30.09.2026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90426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Enrico Putzi WXX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79673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530352"/>
            <a:ext cx="2514600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486171" y="597537"/>
            <a:ext cx="7309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7955279" cy="1508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4300" b="1" dirty="0" err="1">
                <a:solidFill>
                  <a:srgbClr val="171717"/>
                </a:solidFill>
                <a:latin typeface="Aptos"/>
              </a:rPr>
              <a:t>Netzwerke</a:t>
            </a:r>
            <a:r>
              <a:rPr sz="4300" b="1" dirty="0">
                <a:solidFill>
                  <a:srgbClr val="171717"/>
                </a:solidFill>
                <a:latin typeface="Aptos"/>
              </a:rPr>
              <a:t>
und </a:t>
            </a:r>
            <a:r>
              <a:rPr sz="4300" b="1" dirty="0" err="1">
                <a:solidFill>
                  <a:srgbClr val="171717"/>
                </a:solidFill>
                <a:latin typeface="Aptos"/>
              </a:rPr>
              <a:t>Schaltungen</a:t>
            </a:r>
            <a:r>
              <a:rPr sz="4300" b="1" dirty="0">
                <a:solidFill>
                  <a:srgbClr val="171717"/>
                </a:solidFill>
                <a:latin typeface="Aptos"/>
              </a:rPr>
              <a:t>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255264"/>
            <a:ext cx="1175002" cy="3231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dirty="0" err="1">
                <a:solidFill>
                  <a:srgbClr val="737373"/>
                </a:solidFill>
                <a:latin typeface="Aptos"/>
              </a:rPr>
              <a:t>Übung</a:t>
            </a:r>
            <a:r>
              <a:rPr sz="2100" b="1" dirty="0">
                <a:solidFill>
                  <a:srgbClr val="737373"/>
                </a:solidFill>
                <a:latin typeface="Aptos"/>
              </a:rPr>
              <a:t> </a:t>
            </a:r>
            <a:r>
              <a:rPr lang="de-CH" sz="2100" b="1" dirty="0">
                <a:solidFill>
                  <a:srgbClr val="737373"/>
                </a:solidFill>
                <a:latin typeface="Aptos"/>
              </a:rPr>
              <a:t>XX</a:t>
            </a:r>
            <a:endParaRPr sz="210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12648" y="3712463"/>
            <a:ext cx="640080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700" b="0" dirty="0">
                <a:solidFill>
                  <a:srgbClr val="737373"/>
                </a:solidFill>
                <a:latin typeface="Aptos"/>
              </a:rPr>
              <a:t>[Thema der </a:t>
            </a:r>
            <a:r>
              <a:rPr sz="1700" b="0" dirty="0" err="1">
                <a:solidFill>
                  <a:srgbClr val="737373"/>
                </a:solidFill>
                <a:latin typeface="Aptos"/>
              </a:rPr>
              <a:t>Übung</a:t>
            </a:r>
            <a:r>
              <a:rPr sz="1700" b="0" dirty="0">
                <a:solidFill>
                  <a:srgbClr val="737373"/>
                </a:solidFill>
                <a:latin typeface="Aptos"/>
              </a:rPr>
              <a:t>]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21792" y="4498848"/>
            <a:ext cx="2121408" cy="0"/>
          </a:xfrm>
          <a:prstGeom prst="line">
            <a:avLst/>
          </a:prstGeom>
          <a:ln w="254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21792" y="4736592"/>
            <a:ext cx="2981585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https://eputzi.github.io/courses/nus1/index.html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FC2376DB-FD73-E522-DD12-8C3D47FFD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3435" y="236574"/>
            <a:ext cx="2689505" cy="2689505"/>
          </a:xfrm>
          <a:prstGeom prst="rect">
            <a:avLst/>
          </a:prstGeom>
        </p:spPr>
      </p:pic>
      <p:sp>
        <p:nvSpPr>
          <p:cNvPr id="15" name="TextBox 7">
            <a:extLst>
              <a:ext uri="{FF2B5EF4-FFF2-40B4-BE49-F238E27FC236}">
                <a16:creationId xmlns:a16="http://schemas.microsoft.com/office/drawing/2014/main" id="{568BB238-676F-2AD1-5311-843CEFE0748F}"/>
              </a:ext>
            </a:extLst>
          </p:cNvPr>
          <p:cNvSpPr txBox="1"/>
          <p:nvPr/>
        </p:nvSpPr>
        <p:spPr>
          <a:xfrm>
            <a:off x="10171249" y="2926079"/>
            <a:ext cx="573875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Webseite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A10E91CE-7B15-F9A8-AE20-F447081B85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3435" y="3246120"/>
            <a:ext cx="2689505" cy="2689505"/>
          </a:xfrm>
          <a:prstGeom prst="rect">
            <a:avLst/>
          </a:prstGeom>
        </p:spPr>
      </p:pic>
      <p:sp>
        <p:nvSpPr>
          <p:cNvPr id="19" name="TextBox 7">
            <a:extLst>
              <a:ext uri="{FF2B5EF4-FFF2-40B4-BE49-F238E27FC236}">
                <a16:creationId xmlns:a16="http://schemas.microsoft.com/office/drawing/2014/main" id="{D71EEF3B-ED6D-524B-767C-8CC0B281E789}"/>
              </a:ext>
            </a:extLst>
          </p:cNvPr>
          <p:cNvSpPr txBox="1"/>
          <p:nvPr/>
        </p:nvSpPr>
        <p:spPr>
          <a:xfrm>
            <a:off x="10249795" y="5850986"/>
            <a:ext cx="416781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Fragen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84632"/>
            <a:ext cx="969264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KONZEPT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5156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[Titel]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969264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737373"/>
                </a:solidFill>
                <a:latin typeface="Aptos"/>
              </a:rPr>
              <a:t>[1 Satz Kontext]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61488"/>
            <a:ext cx="3931920" cy="2286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0" dirty="0">
                <a:solidFill>
                  <a:srgbClr val="171717"/>
                </a:solidFill>
                <a:latin typeface="Aptos"/>
              </a:rPr>
              <a:t>• </a:t>
            </a:r>
            <a:r>
              <a:rPr sz="2000" b="0" dirty="0" err="1">
                <a:solidFill>
                  <a:srgbClr val="171717"/>
                </a:solidFill>
                <a:latin typeface="Aptos"/>
              </a:rPr>
              <a:t>Punkt</a:t>
            </a:r>
            <a:r>
              <a:rPr sz="2000" b="0" dirty="0">
                <a:solidFill>
                  <a:srgbClr val="171717"/>
                </a:solidFill>
                <a:latin typeface="Aptos"/>
              </a:rPr>
              <a:t> / </a:t>
            </a:r>
            <a:r>
              <a:rPr sz="2000" b="0" dirty="0" err="1">
                <a:solidFill>
                  <a:srgbClr val="171717"/>
                </a:solidFill>
                <a:latin typeface="Aptos"/>
              </a:rPr>
              <a:t>Kernaussage</a:t>
            </a:r>
            <a:r>
              <a:rPr sz="2000" b="0" dirty="0">
                <a:solidFill>
                  <a:srgbClr val="171717"/>
                </a:solidFill>
                <a:latin typeface="Aptos"/>
              </a:rPr>
              <a:t>
• </a:t>
            </a:r>
            <a:r>
              <a:rPr sz="2000" b="0" dirty="0" err="1">
                <a:solidFill>
                  <a:srgbClr val="171717"/>
                </a:solidFill>
                <a:latin typeface="Aptos"/>
              </a:rPr>
              <a:t>Punkt</a:t>
            </a:r>
            <a:r>
              <a:rPr sz="2000" b="0" dirty="0">
                <a:solidFill>
                  <a:srgbClr val="171717"/>
                </a:solidFill>
                <a:latin typeface="Aptos"/>
              </a:rPr>
              <a:t> / </a:t>
            </a:r>
            <a:r>
              <a:rPr sz="2000" b="0" dirty="0" err="1">
                <a:solidFill>
                  <a:srgbClr val="171717"/>
                </a:solidFill>
                <a:latin typeface="Aptos"/>
              </a:rPr>
              <a:t>Kernaussage</a:t>
            </a:r>
            <a:r>
              <a:rPr sz="2000" b="0" dirty="0">
                <a:solidFill>
                  <a:srgbClr val="171717"/>
                </a:solidFill>
                <a:latin typeface="Aptos"/>
              </a:rPr>
              <a:t>
• </a:t>
            </a:r>
            <a:r>
              <a:rPr sz="2000" b="0" dirty="0" err="1">
                <a:solidFill>
                  <a:srgbClr val="171717"/>
                </a:solidFill>
                <a:latin typeface="Aptos"/>
              </a:rPr>
              <a:t>Punkt</a:t>
            </a:r>
            <a:r>
              <a:rPr sz="2000" b="0" dirty="0">
                <a:solidFill>
                  <a:srgbClr val="171717"/>
                </a:solidFill>
                <a:latin typeface="Aptos"/>
              </a:rPr>
              <a:t> / </a:t>
            </a:r>
            <a:r>
              <a:rPr sz="2000" b="0" dirty="0" err="1">
                <a:solidFill>
                  <a:srgbClr val="171717"/>
                </a:solidFill>
                <a:latin typeface="Aptos"/>
              </a:rPr>
              <a:t>Kernaussage</a:t>
            </a:r>
            <a:endParaRPr sz="2000" b="0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FA1345AC-CE9B-7FE2-5382-D92AEFB1F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2E3E8-6F8A-4A2D-87B8-002A9DB830F0}" type="datetime1">
              <a:rPr lang="de-CH" smtClean="0"/>
              <a:t>30.09.2026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5890F6DA-FF1C-B12F-C9A4-D27FAC23D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0071AF8-AC7C-5E34-152B-776853FD6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1627632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84632"/>
            <a:ext cx="1627632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BILD / SCHALTUNG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5156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[Titel]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969264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737373"/>
                </a:solidFill>
                <a:latin typeface="Aptos"/>
              </a:rPr>
              <a:t>[optional: 1 kurzer Satz]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767328"/>
            <a:ext cx="10424160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737373"/>
                </a:solidFill>
                <a:latin typeface="Aptos"/>
              </a:rPr>
              <a:t>[Grosses Bild / Schaltung / Diagramm / Aufgabe]</a:t>
            </a:r>
          </a:p>
        </p:txBody>
      </p:sp>
      <p:sp>
        <p:nvSpPr>
          <p:cNvPr id="14" name="Datumsplatzhalter 13">
            <a:extLst>
              <a:ext uri="{FF2B5EF4-FFF2-40B4-BE49-F238E27FC236}">
                <a16:creationId xmlns:a16="http://schemas.microsoft.com/office/drawing/2014/main" id="{5EF46576-0B1E-9847-8766-0E9569B3FF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7E40BA-CE70-4E4C-B484-B26569D677F9}" type="datetime1">
              <a:rPr lang="de-CH" smtClean="0"/>
              <a:t>30.09.2026</a:t>
            </a:fld>
            <a:endParaRPr lang="en-US"/>
          </a:p>
        </p:txBody>
      </p:sp>
      <p:sp>
        <p:nvSpPr>
          <p:cNvPr id="15" name="Fußzeilenplatzhalter 14">
            <a:extLst>
              <a:ext uri="{FF2B5EF4-FFF2-40B4-BE49-F238E27FC236}">
                <a16:creationId xmlns:a16="http://schemas.microsoft.com/office/drawing/2014/main" id="{7A7E31E1-BB78-4CD2-657F-DF3133F68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16" name="Foliennummernplatzhalter 15">
            <a:extLst>
              <a:ext uri="{FF2B5EF4-FFF2-40B4-BE49-F238E27FC236}">
                <a16:creationId xmlns:a16="http://schemas.microsoft.com/office/drawing/2014/main" id="{7A63EF0B-ADFA-2644-5D9C-48A50080E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1042416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84632"/>
            <a:ext cx="1042416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RECHNUNG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5156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[Titel]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969264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dirty="0">
                <a:solidFill>
                  <a:srgbClr val="737373"/>
                </a:solidFill>
                <a:latin typeface="Aptos"/>
              </a:rPr>
              <a:t>[optional: </a:t>
            </a:r>
            <a:r>
              <a:rPr sz="1350" b="0" dirty="0" err="1">
                <a:solidFill>
                  <a:srgbClr val="737373"/>
                </a:solidFill>
                <a:latin typeface="Aptos"/>
              </a:rPr>
              <a:t>kurzer</a:t>
            </a:r>
            <a:r>
              <a:rPr sz="1350" b="0" dirty="0">
                <a:solidFill>
                  <a:srgbClr val="737373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737373"/>
                </a:solidFill>
                <a:latin typeface="Aptos"/>
              </a:rPr>
              <a:t>Kontext</a:t>
            </a:r>
            <a:r>
              <a:rPr sz="1350" b="0" dirty="0">
                <a:solidFill>
                  <a:srgbClr val="737373"/>
                </a:solidFill>
                <a:latin typeface="Aptos"/>
              </a:rPr>
              <a:t>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10332720" cy="10515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900" b="1">
                <a:solidFill>
                  <a:srgbClr val="171717"/>
                </a:solidFill>
                <a:latin typeface="Aptos"/>
              </a:rPr>
              <a:t>[Formel / Rechnung / Lösungsweg]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315968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737373"/>
                </a:solidFill>
                <a:latin typeface="Aptos"/>
              </a:rPr>
              <a:t>Zwischenschritte / kurze Hinweise</a:t>
            </a: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664F4938-3C90-8550-ECBE-BC5D8AC4B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2A7AC6-7431-48B9-BAC6-F1C873F640C5}" type="datetime1">
              <a:rPr lang="de-CH" smtClean="0"/>
              <a:t>30.09.2026</a:t>
            </a:fld>
            <a:endParaRPr lang="en-US" dirty="0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7A457ED8-9A9A-4423-A481-F578F5884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D79ADE14-5D9B-FFFF-E4FB-168005707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84632"/>
            <a:ext cx="969264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AUFGABE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5156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Aufgabe [X]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969264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737373"/>
                </a:solidFill>
                <a:latin typeface="Aptos"/>
              </a:rPr>
              <a:t>Erst kurz selbst probieren.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331720"/>
            <a:ext cx="7315200" cy="3611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761488"/>
            <a:ext cx="6675120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71717"/>
                </a:solidFill>
                <a:latin typeface="Aptos"/>
              </a:rPr>
              <a:t>[Aufgabenstellung]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6400800" cy="10515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737373"/>
                </a:solidFill>
                <a:latin typeface="Aptos"/>
              </a:rPr>
              <a:t>Gegeben:  [Werte]
Gesucht:  [Grösse]
Hinweis:  [optional]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2331720"/>
            <a:ext cx="3383280" cy="3611880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49640" y="2926080"/>
            <a:ext cx="265176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171717"/>
                </a:solidFill>
                <a:latin typeface="Aptos"/>
              </a:rPr>
              <a:t>3–5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3703320"/>
            <a:ext cx="2468880" cy="1417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737373"/>
                </a:solidFill>
                <a:latin typeface="Aptos"/>
              </a:rPr>
              <a:t>Selbst versuchen.
1. Skizze
2. Ansatz
3. Rechnung</a:t>
            </a:r>
          </a:p>
        </p:txBody>
      </p:sp>
      <p:sp>
        <p:nvSpPr>
          <p:cNvPr id="19" name="Datumsplatzhalter 18">
            <a:extLst>
              <a:ext uri="{FF2B5EF4-FFF2-40B4-BE49-F238E27FC236}">
                <a16:creationId xmlns:a16="http://schemas.microsoft.com/office/drawing/2014/main" id="{A42D52E1-1011-2540-D819-26D723119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66390-A5DB-4C85-BAE8-E7F62705DCE4}" type="datetime1">
              <a:rPr lang="de-CH" smtClean="0"/>
              <a:t>30.09.2026</a:t>
            </a:fld>
            <a:endParaRPr lang="en-US"/>
          </a:p>
        </p:txBody>
      </p:sp>
      <p:sp>
        <p:nvSpPr>
          <p:cNvPr id="20" name="Fußzeilenplatzhalter 19">
            <a:extLst>
              <a:ext uri="{FF2B5EF4-FFF2-40B4-BE49-F238E27FC236}">
                <a16:creationId xmlns:a16="http://schemas.microsoft.com/office/drawing/2014/main" id="{33F2923F-ABDB-8D93-100E-27C814AEC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21" name="Foliennummernplatzhalter 20">
            <a:extLst>
              <a:ext uri="{FF2B5EF4-FFF2-40B4-BE49-F238E27FC236}">
                <a16:creationId xmlns:a16="http://schemas.microsoft.com/office/drawing/2014/main" id="{B191FEE5-5EB2-039A-5CE6-9480BE1C8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658368"/>
            <a:ext cx="868680" cy="292608"/>
          </a:xfrm>
          <a:prstGeom prst="roundRect">
            <a:avLst/>
          </a:prstGeom>
          <a:solidFill>
            <a:srgbClr val="2D2D2D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667512"/>
            <a:ext cx="86868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D2D2D2"/>
                </a:solidFill>
                <a:latin typeface="Aptos"/>
              </a:rPr>
              <a:t>PART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7498079" cy="8229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4100" b="1">
                <a:solidFill>
                  <a:srgbClr val="FFFFFF"/>
                </a:solidFill>
                <a:latin typeface="Aptos"/>
              </a:rPr>
              <a:t>[Neuer Abschnitt]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777240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CDCDCD"/>
                </a:solidFill>
                <a:latin typeface="Aptos"/>
              </a:rPr>
              <a:t>[z. B. Aufgabe 2 · Wechselstromrechnung]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5440680"/>
            <a:ext cx="64008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2300" b="1">
                <a:solidFill>
                  <a:srgbClr val="CDCDCD"/>
                </a:solidFill>
                <a:latin typeface="Aptos"/>
              </a:rPr>
              <a:t>01</a:t>
            </a:r>
          </a:p>
        </p:txBody>
      </p:sp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ED5334C9-D28A-C6F1-D6D2-0FE51C8BBF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79357-3FFB-49C6-A63A-1C2EF11BA49D}" type="datetime1">
              <a:rPr lang="de-CH" smtClean="0"/>
              <a:t>30.09.2026</a:t>
            </a:fld>
            <a:endParaRPr lang="en-US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3A87F5C8-12C4-0DF4-5342-4CCD548E3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C5D481D-CDF3-EB78-7DB6-78DB43777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84632"/>
            <a:ext cx="969264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AM ENDE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5156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969264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737373"/>
                </a:solidFill>
                <a:latin typeface="Aptos"/>
              </a:rPr>
              <a:t>Drei Dinge, die heute sitzen sollten.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246120"/>
            <a:ext cx="2788920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71717"/>
                </a:solidFill>
                <a:latin typeface="Aptos"/>
              </a:rPr>
              <a:t>[Kernaussage 1]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4456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3246120"/>
            <a:ext cx="2788920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71717"/>
                </a:solidFill>
                <a:latin typeface="Aptos"/>
              </a:rPr>
              <a:t>[Kernaussage 2]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4788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3246120"/>
            <a:ext cx="2788920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71717"/>
                </a:solidFill>
                <a:latin typeface="Aptos"/>
              </a:rPr>
              <a:t>[Kernaussage 3]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074920"/>
            <a:ext cx="182880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300" b="1">
                <a:solidFill>
                  <a:srgbClr val="171717"/>
                </a:solidFill>
                <a:latin typeface="Aptos"/>
              </a:rPr>
              <a:t>Fragen?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32120"/>
            <a:ext cx="45720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737373"/>
                </a:solidFill>
                <a:latin typeface="Aptos"/>
              </a:rPr>
              <a:t>[QR / Link zum Fragen-Tool]</a:t>
            </a:r>
          </a:p>
        </p:txBody>
      </p:sp>
      <p:sp>
        <p:nvSpPr>
          <p:cNvPr id="24" name="Datumsplatzhalter 23">
            <a:extLst>
              <a:ext uri="{FF2B5EF4-FFF2-40B4-BE49-F238E27FC236}">
                <a16:creationId xmlns:a16="http://schemas.microsoft.com/office/drawing/2014/main" id="{2EA94921-0C4B-A8A0-74D0-1080596E22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E9A6E-507F-46C1-9F12-1A6D72FBF908}" type="datetime1">
              <a:rPr lang="de-CH" smtClean="0"/>
              <a:t>30.09.2026</a:t>
            </a:fld>
            <a:endParaRPr lang="en-US" dirty="0"/>
          </a:p>
        </p:txBody>
      </p:sp>
      <p:sp>
        <p:nvSpPr>
          <p:cNvPr id="25" name="Fußzeilenplatzhalter 24">
            <a:extLst>
              <a:ext uri="{FF2B5EF4-FFF2-40B4-BE49-F238E27FC236}">
                <a16:creationId xmlns:a16="http://schemas.microsoft.com/office/drawing/2014/main" id="{9438F619-6A04-AD9B-6C65-51AEB489A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26" name="Foliennummernplatzhalter 25">
            <a:extLst>
              <a:ext uri="{FF2B5EF4-FFF2-40B4-BE49-F238E27FC236}">
                <a16:creationId xmlns:a16="http://schemas.microsoft.com/office/drawing/2014/main" id="{6A495C1E-4949-515F-CE44-BD0B40A25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502920"/>
            <a:ext cx="1828800" cy="292608"/>
          </a:xfrm>
          <a:prstGeom prst="roundRect">
            <a:avLst/>
          </a:prstGeom>
          <a:solidFill>
            <a:srgbClr val="171717"/>
          </a:solidFill>
          <a:ln w="10160">
            <a:solidFill>
              <a:srgbClr val="1717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512064"/>
            <a:ext cx="182880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ptos"/>
              </a:rPr>
              <a:t>MASTER · NICHT PRÄSENTIEREN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64008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Dein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737360"/>
            <a:ext cx="8046720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737373"/>
                </a:solidFill>
                <a:latin typeface="Aptos"/>
              </a:rPr>
              <a:t>Nicht jede Folie neu erfinden. 80 % der Zeit nur Inhalte ersetzen.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2395728"/>
            <a:ext cx="5349240" cy="2331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679192"/>
            <a:ext cx="914400" cy="3200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71717"/>
                </a:solidFill>
                <a:latin typeface="Aptos"/>
              </a:rPr>
              <a:t>Regel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154680"/>
            <a:ext cx="4526280" cy="12344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71717"/>
                </a:solidFill>
                <a:latin typeface="Aptos"/>
              </a:rPr>
              <a:t>1. Eine klare Struktur
2. Links Text, rechts Visual
3. Grosse Schaltungen / Fotos
4. Wenig Text
5. GoodNotes = live erklären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44768" y="2395728"/>
            <a:ext cx="5422392" cy="2331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19088" y="2679192"/>
            <a:ext cx="1371600" cy="3200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71717"/>
                </a:solidFill>
                <a:latin typeface="Aptos"/>
              </a:rPr>
              <a:t>Dateinamen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3154680"/>
            <a:ext cx="4480560" cy="10515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71717"/>
                </a:solidFill>
                <a:latin typeface="Aptos"/>
              </a:rPr>
              <a:t>NUS1_W01_Uebung.pptx
NUS1_W01_Slides.pdf
NUS1_W01_Slides_Notes.pdf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166360"/>
            <a:ext cx="1051560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71717"/>
                </a:solidFill>
                <a:latin typeface="Aptos"/>
              </a:rPr>
              <a:t>Die Folien sollen vorbereiten — nicht die ganze Übung für dich sprechen.</a:t>
            </a:r>
          </a:p>
        </p:txBody>
      </p:sp>
      <p:sp>
        <p:nvSpPr>
          <p:cNvPr id="16" name="Datumsplatzhalter 15">
            <a:extLst>
              <a:ext uri="{FF2B5EF4-FFF2-40B4-BE49-F238E27FC236}">
                <a16:creationId xmlns:a16="http://schemas.microsoft.com/office/drawing/2014/main" id="{DF40432C-B765-AE30-8DA2-ED9DECC71A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5E6A0-0035-4040-A49C-78472C87DEA5}" type="datetime1">
              <a:rPr lang="de-CH" smtClean="0"/>
              <a:t>30.09.2026</a:t>
            </a:fld>
            <a:endParaRPr lang="en-US"/>
          </a:p>
        </p:txBody>
      </p:sp>
      <p:sp>
        <p:nvSpPr>
          <p:cNvPr id="17" name="Fußzeilenplatzhalter 16">
            <a:extLst>
              <a:ext uri="{FF2B5EF4-FFF2-40B4-BE49-F238E27FC236}">
                <a16:creationId xmlns:a16="http://schemas.microsoft.com/office/drawing/2014/main" id="{89823400-78F4-A33F-85CB-655A729C3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Enrico Putzi WXX</a:t>
            </a:r>
          </a:p>
        </p:txBody>
      </p:sp>
      <p:sp>
        <p:nvSpPr>
          <p:cNvPr id="18" name="Foliennummernplatzhalter 17">
            <a:extLst>
              <a:ext uri="{FF2B5EF4-FFF2-40B4-BE49-F238E27FC236}">
                <a16:creationId xmlns:a16="http://schemas.microsoft.com/office/drawing/2014/main" id="{BF2FD881-A8F9-D314-61EF-85B3AFB9E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453</Words>
  <Application>Microsoft Office PowerPoint</Application>
  <PresentationFormat>Breitbild</PresentationFormat>
  <Paragraphs>79</Paragraphs>
  <Slides>8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WXX</dc:title>
  <dc:subject/>
  <dc:creator>Enrico Putzi</dc:creator>
  <cp:keywords/>
  <dc:description>generated using python-pptx</dc:description>
  <cp:lastModifiedBy>Putzi  Enrico</cp:lastModifiedBy>
  <cp:revision>6</cp:revision>
  <dcterms:created xsi:type="dcterms:W3CDTF">2013-01-27T09:14:16Z</dcterms:created>
  <dcterms:modified xsi:type="dcterms:W3CDTF">2026-09-30T15:48:34Z</dcterms:modified>
  <cp:category/>
</cp:coreProperties>
</file>